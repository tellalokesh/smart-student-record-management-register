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261" r:id="rId3"/>
    <p:sldId id="314" r:id="rId4"/>
    <p:sldId id="322" r:id="rId5"/>
    <p:sldId id="323" r:id="rId6"/>
    <p:sldId id="266" r:id="rId7"/>
    <p:sldId id="341" r:id="rId8"/>
    <p:sldId id="342" r:id="rId9"/>
    <p:sldId id="343" r:id="rId10"/>
    <p:sldId id="344" r:id="rId11"/>
    <p:sldId id="345" r:id="rId12"/>
    <p:sldId id="346" r:id="rId13"/>
    <p:sldId id="34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8" d="100"/>
          <a:sy n="88" d="100"/>
        </p:scale>
        <p:origin x="283" y="67"/>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xmlns=""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xmlns=""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xmlns=""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xmlns=""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xmlns=""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xmlns=""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xmlns=""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xmlns=""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xmlns=""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xmlns=""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xmlns=""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xmlns=""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xmlns=""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xmlns=""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xmlns=""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xmlns=""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xmlns=""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xmlns=""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xmlns=""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xmlns=""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xmlns=""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xmlns=""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xmlns=""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xmlns=""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xmlns=""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xmlns=""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9ADE338F-74DD-D142-8C58-9E4C5E66F6E8}"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t>
            </a:r>
            <a:r>
              <a:rPr lang="en-US" sz="2400" dirty="0" err="1">
                <a:solidFill>
                  <a:srgbClr val="0070C0"/>
                </a:solidFill>
                <a:latin typeface="+mn-lt"/>
                <a:cs typeface="Arial" panose="020B0604020202020204" pitchFamily="34" charset="0"/>
              </a:rPr>
              <a:t>xxxxxxxxxxxxxxxxxxxxxxxxxxxxxxxxxxxxxxxxxxxxx</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xmlns=""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xxxxxxxx</a:t>
            </a:r>
            <a:endParaRPr lang="en-US" sz="9600" dirty="0"/>
          </a:p>
          <a:p>
            <a:pPr marL="0" indent="0" algn="ctr">
              <a:buNone/>
            </a:pPr>
            <a:r>
              <a:rPr lang="en-US" sz="9600" dirty="0"/>
              <a:t>Student ID: 23xxxxxx</a:t>
            </a:r>
            <a:r>
              <a:rPr lang="en-US" sz="2400" dirty="0"/>
              <a:t>)</a:t>
            </a:r>
          </a:p>
          <a:p>
            <a:pPr marL="0" indent="0" algn="ctr">
              <a:buNone/>
            </a:pPr>
            <a:r>
              <a:rPr lang="en-US" sz="11200" dirty="0" err="1"/>
              <a:t>Cluster:xxx</a:t>
            </a:r>
            <a:endParaRPr lang="en-US" sz="11200" dirty="0"/>
          </a:p>
          <a:p>
            <a:pPr marL="0" indent="0" algn="ctr">
              <a:buNone/>
            </a:pPr>
            <a:r>
              <a:rPr lang="en-US" sz="11200" dirty="0"/>
              <a:t>Section: </a:t>
            </a:r>
            <a:r>
              <a:rPr lang="en-US" sz="11200" dirty="0" err="1"/>
              <a:t>xxxxxx</a:t>
            </a:r>
            <a:endParaRPr lang="en-US" sz="11200" dirty="0"/>
          </a:p>
        </p:txBody>
      </p:sp>
      <p:sp>
        <p:nvSpPr>
          <p:cNvPr id="6" name="Date Placeholder 5">
            <a:extLst>
              <a:ext uri="{FF2B5EF4-FFF2-40B4-BE49-F238E27FC236}">
                <a16:creationId xmlns:a16="http://schemas.microsoft.com/office/drawing/2014/main" xmlns=""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xmlns=""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xmlns=""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xxxxxxxx</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xmlns=""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p:txBody>
          <a:bodyPr>
            <a:normAutofit fontScale="70000" lnSpcReduction="20000"/>
          </a:bodyPr>
          <a:lstStyle/>
          <a:p>
            <a:r>
              <a:rPr lang="en-US" dirty="0"/>
              <a:t>Abstract: Smart Student Analytics Dashboard using DSA</a:t>
            </a:r>
          </a:p>
          <a:p>
            <a:endParaRPr lang="en-US" dirty="0"/>
          </a:p>
          <a:p>
            <a:r>
              <a:rPr lang="en-US" dirty="0"/>
              <a:t>The Smart Student Analytics Dashboard is a web-based application developed to manage and analyze students’ academic performance efficiently. The system collects student details such as ID, name, and subject marks, and processes the data using Data Structures and Algorithms (DSA) concepts.</a:t>
            </a:r>
          </a:p>
          <a:p>
            <a:endParaRPr lang="en-US" dirty="0"/>
          </a:p>
          <a:p>
            <a:r>
              <a:rPr lang="en-US" dirty="0"/>
              <a:t>Student records are stored using arrays or lists, while searching and sorting algorithms are used to find students, calculate averages, and generate rankings. The dashboard displays important analytics such as total number of students, class average, highest and lowest scores, and a leaderboard of top-performing students.</a:t>
            </a:r>
          </a:p>
          <a:p>
            <a:endParaRPr lang="en-US" dirty="0"/>
          </a:p>
          <a:p>
            <a:r>
              <a:rPr lang="en-US" dirty="0"/>
              <a:t>The system also allows users to add, delete, search student records, view profiles, and export reports as PDF. By combining DSA concepts with web technologies like HTML, CSS, and JavaScript, the project provides a simple and effective way to analyze academic performance and demonstrate real-world applications of data structures and algorithms.</a:t>
            </a:r>
            <a:endParaRPr lang="en-US"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p:txBody>
          <a:bodyPr>
            <a:normAutofit fontScale="92500" lnSpcReduction="20000"/>
          </a:bodyPr>
          <a:lstStyle/>
          <a:p>
            <a:pPr marL="457200" lvl="1" indent="-339725" algn="just"/>
            <a:r>
              <a:rPr lang="en-US" dirty="0"/>
              <a:t>Existing System</a:t>
            </a:r>
          </a:p>
          <a:p>
            <a:pPr marL="457200" lvl="1" indent="-339725" algn="just"/>
            <a:endParaRPr lang="en-US" dirty="0"/>
          </a:p>
          <a:p>
            <a:pPr marL="457200" lvl="1" indent="-339725" algn="just"/>
            <a:r>
              <a:rPr lang="en-US" dirty="0"/>
              <a:t>In the existing system, student academic records are usually managed using manual methods or basic spreadsheet tools such as Excel. Teachers or administrators enter student details and marks manually, and calculations such as averages, rankings, and performance analysis are done separately.</a:t>
            </a:r>
          </a:p>
          <a:p>
            <a:pPr marL="457200" lvl="1" indent="-339725" algn="just"/>
            <a:endParaRPr lang="en-US" dirty="0"/>
          </a:p>
          <a:p>
            <a:pPr marL="457200" lvl="1" indent="-339725" algn="just"/>
            <a:r>
              <a:rPr lang="en-US" dirty="0"/>
              <a:t>This system has several limitations. It is time-consuming and prone to human errors, especially when handling large amounts of student data. Searching for a particular student’s record or analyzing overall class performance is also difficult and inefficient. Additionally, the existing system does not provide real-time analytics, automated ranking, or visual dashboards to easily understand students’ performance.</a:t>
            </a:r>
          </a:p>
          <a:p>
            <a:pPr marL="457200" lvl="1" indent="-339725" algn="just"/>
            <a:endParaRPr lang="en-US" dirty="0"/>
          </a:p>
          <a:p>
            <a:pPr marL="457200" lvl="1" indent="-339725" algn="just"/>
            <a:r>
              <a:rPr lang="en-US" dirty="0"/>
              <a:t>Because of these limitations, the traditional system lacks automation, efficient data management, and advanced analytical features, making it less effective for monitoring and evaluating student academic performance.</a:t>
            </a:r>
            <a:endParaRPr lang="en-US"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xmlns="" id="{89135224-75FA-6942-7E71-50A315519F9D}"/>
              </a:ext>
            </a:extLst>
          </p:cNvPr>
          <p:cNvSpPr>
            <a:spLocks noGrp="1"/>
          </p:cNvSpPr>
          <p:nvPr>
            <p:ph idx="1"/>
          </p:nvPr>
        </p:nvSpPr>
        <p:spPr/>
        <p:txBody>
          <a:bodyPr>
            <a:normAutofit fontScale="55000" lnSpcReduction="20000"/>
          </a:bodyPr>
          <a:lstStyle/>
          <a:p>
            <a:r>
              <a:rPr lang="en-US" dirty="0"/>
              <a:t>Proposed System</a:t>
            </a:r>
          </a:p>
          <a:p>
            <a:endParaRPr lang="en-US" dirty="0"/>
          </a:p>
          <a:p>
            <a:r>
              <a:rPr lang="en-US" dirty="0"/>
              <a:t>The proposed system is a Smart Student Analytics Dashboard that automates the process of managing and analyzing student academic performance. In this system, student details such as ID, name, and subject marks are entered into the application and stored using appropriate data structures.</a:t>
            </a:r>
          </a:p>
          <a:p>
            <a:endParaRPr lang="en-US" dirty="0"/>
          </a:p>
          <a:p>
            <a:r>
              <a:rPr lang="en-US" dirty="0"/>
              <a:t>The system uses Data Structures and Algorithms (DSA) such as arrays for storing records, searching algorithms to quickly find student details, and sorting algorithms to generate student rankings based on average marks. It automatically calculates important statistics like average score, highest and lowest marks, and total number of students.</a:t>
            </a:r>
          </a:p>
          <a:p>
            <a:endParaRPr lang="en-US" dirty="0"/>
          </a:p>
          <a:p>
            <a:r>
              <a:rPr lang="en-US" dirty="0"/>
              <a:t>The dashboard provides an interactive interface where users can add, delete, search, and view student profiles, as well as see a leaderboard of top-performing students. It also allows users to export student reports as PDF, making the system more efficient and organized.</a:t>
            </a:r>
          </a:p>
          <a:p>
            <a:endParaRPr lang="en-US" dirty="0"/>
          </a:p>
          <a:p>
            <a:r>
              <a:rPr lang="en-US" dirty="0"/>
              <a:t>This proposed system reduces manual work, improves accuracy, and provides real-time analytics and better visualization of student performance, making it easier for educators to monitor academic progress.</a:t>
            </a:r>
            <a:endParaRPr lang="en-US" dirty="0"/>
          </a:p>
        </p:txBody>
      </p:sp>
      <p:sp>
        <p:nvSpPr>
          <p:cNvPr id="5" name="Date Placeholder 4">
            <a:extLst>
              <a:ext uri="{FF2B5EF4-FFF2-40B4-BE49-F238E27FC236}">
                <a16:creationId xmlns:a16="http://schemas.microsoft.com/office/drawing/2014/main" xmlns=""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xmlns="" id="{BB15296F-156D-BE47-727B-C34C7CDD40D4}"/>
              </a:ext>
            </a:extLst>
          </p:cNvPr>
          <p:cNvSpPr>
            <a:spLocks noGrp="1"/>
          </p:cNvSpPr>
          <p:nvPr>
            <p:ph idx="1"/>
          </p:nvPr>
        </p:nvSpPr>
        <p:spPr/>
        <p:txBody>
          <a:bodyPr>
            <a:normAutofit/>
          </a:bodyPr>
          <a:lstStyle/>
          <a:p>
            <a:endParaRPr lang="en-US" dirty="0"/>
          </a:p>
        </p:txBody>
      </p:sp>
      <p:sp>
        <p:nvSpPr>
          <p:cNvPr id="5" name="Date Placeholder 4">
            <a:extLst>
              <a:ext uri="{FF2B5EF4-FFF2-40B4-BE49-F238E27FC236}">
                <a16:creationId xmlns:a16="http://schemas.microsoft.com/office/drawing/2014/main" xmlns=""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xmlns="" id="{1890F206-B37F-761D-F471-0BF91F889799}"/>
              </a:ext>
            </a:extLst>
          </p:cNvPr>
          <p:cNvSpPr>
            <a:spLocks noGrp="1"/>
          </p:cNvSpPr>
          <p:nvPr>
            <p:ph idx="1"/>
          </p:nvPr>
        </p:nvSpPr>
        <p:spPr/>
        <p:txBody>
          <a:bodyPr>
            <a:normAutofit/>
          </a:bodyPr>
          <a:lstStyle/>
          <a:p>
            <a:endParaRPr lang="en-US" dirty="0"/>
          </a:p>
        </p:txBody>
      </p:sp>
      <p:sp>
        <p:nvSpPr>
          <p:cNvPr id="5" name="Date Placeholder 4">
            <a:extLst>
              <a:ext uri="{FF2B5EF4-FFF2-40B4-BE49-F238E27FC236}">
                <a16:creationId xmlns:a16="http://schemas.microsoft.com/office/drawing/2014/main" xmlns=""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xmlns="" id="{363C44B8-E8B6-5D9D-90FF-ECD825D72DFC}"/>
              </a:ext>
            </a:extLst>
          </p:cNvPr>
          <p:cNvSpPr>
            <a:spLocks noGrp="1"/>
          </p:cNvSpPr>
          <p:nvPr>
            <p:ph idx="1"/>
          </p:nvPr>
        </p:nvSpPr>
        <p:spPr/>
        <p:txBody>
          <a:bodyPr>
            <a:normAutofit fontScale="55000" lnSpcReduction="20000"/>
          </a:bodyPr>
          <a:lstStyle/>
          <a:p>
            <a:r>
              <a:rPr lang="en-US" dirty="0"/>
              <a:t>Objectives</a:t>
            </a:r>
          </a:p>
          <a:p>
            <a:endParaRPr lang="en-US" dirty="0"/>
          </a:p>
          <a:p>
            <a:r>
              <a:rPr lang="en-US" dirty="0"/>
              <a:t>To develop a Smart Student Analytics Dashboard for managing and analyzing student academic performance.</a:t>
            </a:r>
          </a:p>
          <a:p>
            <a:endParaRPr lang="en-US" dirty="0"/>
          </a:p>
          <a:p>
            <a:r>
              <a:rPr lang="en-US" dirty="0"/>
              <a:t>To store and organize student data efficiently using appropriate data structures such as arrays or lists.</a:t>
            </a:r>
          </a:p>
          <a:p>
            <a:endParaRPr lang="en-US" dirty="0"/>
          </a:p>
          <a:p>
            <a:r>
              <a:rPr lang="en-US" dirty="0"/>
              <a:t>To apply searching and sorting algorithms to quickly find student records and generate rankings based on average marks.</a:t>
            </a:r>
          </a:p>
          <a:p>
            <a:endParaRPr lang="en-US" dirty="0"/>
          </a:p>
          <a:p>
            <a:r>
              <a:rPr lang="en-US" dirty="0"/>
              <a:t>To automatically calculate academic statistics such as total students, class average, highest score, and lowest score.</a:t>
            </a:r>
          </a:p>
          <a:p>
            <a:endParaRPr lang="en-US" dirty="0"/>
          </a:p>
          <a:p>
            <a:r>
              <a:rPr lang="en-US" dirty="0"/>
              <a:t>To provide an interactive interface that allows users to add, delete, search, and view student details easily.</a:t>
            </a:r>
          </a:p>
          <a:p>
            <a:endParaRPr lang="en-US" dirty="0"/>
          </a:p>
          <a:p>
            <a:r>
              <a:rPr lang="en-US" dirty="0"/>
              <a:t>To generate a leaderboard and export reports in PDF format for better academic analysis and record keeping.</a:t>
            </a:r>
            <a:endParaRPr lang="en-US" dirty="0"/>
          </a:p>
        </p:txBody>
      </p:sp>
      <p:sp>
        <p:nvSpPr>
          <p:cNvPr id="5" name="Date Placeholder 4">
            <a:extLst>
              <a:ext uri="{FF2B5EF4-FFF2-40B4-BE49-F238E27FC236}">
                <a16:creationId xmlns:a16="http://schemas.microsoft.com/office/drawing/2014/main" xmlns=""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xmlns="" id="{8769557B-A6AB-F48D-9A16-51F755A17BB7}"/>
              </a:ext>
            </a:extLst>
          </p:cNvPr>
          <p:cNvSpPr>
            <a:spLocks noGrp="1"/>
          </p:cNvSpPr>
          <p:nvPr>
            <p:ph idx="1"/>
          </p:nvPr>
        </p:nvSpPr>
        <p:spPr/>
        <p:txBody>
          <a:bodyPr>
            <a:normAutofit fontScale="92500"/>
          </a:bodyPr>
          <a:lstStyle/>
          <a:p>
            <a:pPr marL="0" indent="0">
              <a:buNone/>
            </a:pPr>
            <a:r>
              <a:rPr lang="en-US" dirty="0"/>
              <a:t>CO-wise Attainments for DSA Concepts (Only JavaScript Logic)</a:t>
            </a:r>
          </a:p>
          <a:p>
            <a:pPr marL="0" indent="0">
              <a:buNone/>
            </a:pPr>
            <a:r>
              <a:rPr lang="en-US" dirty="0"/>
              <a:t>CO No	Course Outcome	DSA Concept Used	Implementation in Code</a:t>
            </a:r>
          </a:p>
          <a:p>
            <a:pPr marL="0" indent="0">
              <a:buNone/>
            </a:pPr>
            <a:r>
              <a:rPr lang="en-US" dirty="0"/>
              <a:t>CO1	Understand basic data structures	Array (Linear Data Structure)	Student records are stored in the students[] array as objects containing ID, name, and marks.</a:t>
            </a:r>
          </a:p>
          <a:p>
            <a:pPr marL="0" indent="0">
              <a:buNone/>
            </a:pPr>
            <a:r>
              <a:rPr lang="en-US" dirty="0"/>
              <a:t>CO2	Apply searching techniques	Searching Algorithm	</a:t>
            </a:r>
            <a:r>
              <a:rPr lang="en-US" dirty="0" err="1"/>
              <a:t>searchStudent</a:t>
            </a:r>
            <a:r>
              <a:rPr lang="en-US" dirty="0"/>
              <a:t>() function searches student names and displays matching records in the table.</a:t>
            </a:r>
          </a:p>
          <a:p>
            <a:pPr marL="0" indent="0">
              <a:buNone/>
            </a:pPr>
            <a:r>
              <a:rPr lang="en-US" dirty="0"/>
              <a:t>CO3	Apply sorting techniques	Sorting Algorithm	sort((</a:t>
            </a:r>
            <a:r>
              <a:rPr lang="en-US" dirty="0" err="1"/>
              <a:t>a,b</a:t>
            </a:r>
            <a:r>
              <a:rPr lang="en-US" dirty="0"/>
              <a:t>)=&gt;</a:t>
            </a:r>
            <a:r>
              <a:rPr lang="en-US" dirty="0" err="1"/>
              <a:t>b.avg-a.avg</a:t>
            </a:r>
            <a:r>
              <a:rPr lang="en-US" dirty="0"/>
              <a:t>) is used to rank students and generate the leaderboard</a:t>
            </a:r>
            <a:r>
              <a:rPr lang="en-US" dirty="0" smtClean="0"/>
              <a:t>.</a:t>
            </a:r>
            <a:endParaRPr lang="en-US" dirty="0"/>
          </a:p>
        </p:txBody>
      </p:sp>
      <p:sp>
        <p:nvSpPr>
          <p:cNvPr id="5" name="Date Placeholder 4">
            <a:extLst>
              <a:ext uri="{FF2B5EF4-FFF2-40B4-BE49-F238E27FC236}">
                <a16:creationId xmlns:a16="http://schemas.microsoft.com/office/drawing/2014/main" xmlns=""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xmlns="" id="{6726AE93-69A8-DC85-DA45-05F4D66EF996}"/>
              </a:ext>
            </a:extLst>
          </p:cNvPr>
          <p:cNvSpPr>
            <a:spLocks noGrp="1"/>
          </p:cNvSpPr>
          <p:nvPr>
            <p:ph idx="1"/>
          </p:nvPr>
        </p:nvSpPr>
        <p:spPr/>
        <p:txBody>
          <a:bodyPr>
            <a:normAutofit/>
          </a:bodyPr>
          <a:lstStyle/>
          <a:p>
            <a:pPr marL="0" indent="0">
              <a:buNone/>
            </a:pPr>
            <a:r>
              <a:rPr lang="en-US" dirty="0"/>
              <a:t>CO4	Analyze and process data efficiently	Array processing methods	map() and reduce() functions calculate class average, highest score, and lowest score.</a:t>
            </a:r>
          </a:p>
          <a:p>
            <a:pPr marL="0" indent="0">
              <a:buNone/>
            </a:pPr>
            <a:r>
              <a:rPr lang="en-US" dirty="0"/>
              <a:t>CO5	Perform operations on linear data structures	Insert, Delete, Traverse	</a:t>
            </a:r>
            <a:r>
              <a:rPr lang="en-US" dirty="0" err="1"/>
              <a:t>addStudent</a:t>
            </a:r>
            <a:r>
              <a:rPr lang="en-US" dirty="0"/>
              <a:t>(), </a:t>
            </a:r>
            <a:r>
              <a:rPr lang="en-US" dirty="0" err="1"/>
              <a:t>deleteStudent</a:t>
            </a:r>
            <a:r>
              <a:rPr lang="en-US" dirty="0"/>
              <a:t>(), and </a:t>
            </a:r>
            <a:r>
              <a:rPr lang="en-US" dirty="0" err="1"/>
              <a:t>displayStudents</a:t>
            </a:r>
            <a:r>
              <a:rPr lang="en-US" dirty="0"/>
              <a:t>() perform insertion, deletion, and traversal operations on the students array.</a:t>
            </a:r>
          </a:p>
          <a:p>
            <a:pPr marL="0" indent="0">
              <a:buNone/>
            </a:pPr>
            <a:r>
              <a:rPr lang="en-US" dirty="0"/>
              <a:t>CO6	Apply DSA concepts in real-world applications	Practical DSA implementation	The dashboard uses arrays, searching, sorting, and statistical calculations to analyze student academic performance.</a:t>
            </a:r>
          </a:p>
          <a:p>
            <a:pPr marL="0" indent="0">
              <a:buNone/>
            </a:pPr>
            <a:endParaRPr lang="en-US" dirty="0"/>
          </a:p>
        </p:txBody>
      </p:sp>
      <p:sp>
        <p:nvSpPr>
          <p:cNvPr id="5" name="Date Placeholder 4">
            <a:extLst>
              <a:ext uri="{FF2B5EF4-FFF2-40B4-BE49-F238E27FC236}">
                <a16:creationId xmlns:a16="http://schemas.microsoft.com/office/drawing/2014/main" xmlns=""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323D68-D41B-9825-3931-B79590C795F8}"/>
              </a:ext>
            </a:extLst>
          </p:cNvPr>
          <p:cNvSpPr>
            <a:spLocks noGrp="1"/>
          </p:cNvSpPr>
          <p:nvPr>
            <p:ph type="title"/>
          </p:nvPr>
        </p:nvSpPr>
        <p:spPr/>
        <p:txBody>
          <a:bodyPr/>
          <a:lstStyle/>
          <a:p>
            <a:r>
              <a:rPr lang="en-US" dirty="0"/>
              <a:t>Screenshots for FWD &amp; DSA</a:t>
            </a:r>
          </a:p>
        </p:txBody>
      </p:sp>
      <p:sp>
        <p:nvSpPr>
          <p:cNvPr id="3" name="Content Placeholder 2">
            <a:extLst>
              <a:ext uri="{FF2B5EF4-FFF2-40B4-BE49-F238E27FC236}">
                <a16:creationId xmlns:a16="http://schemas.microsoft.com/office/drawing/2014/main" xmlns="" id="{D408550D-1730-34EA-8ABA-9BB036DE20DE}"/>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xmlns=""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xmlns="" id="{956E9376-CB4B-895B-7B5C-D2F5AAED7494}"/>
              </a:ext>
            </a:extLst>
          </p:cNvPr>
          <p:cNvSpPr>
            <a:spLocks noGrp="1"/>
          </p:cNvSpPr>
          <p:nvPr>
            <p:ph idx="1"/>
          </p:nvPr>
        </p:nvSpPr>
        <p:spPr/>
        <p:txBody>
          <a:bodyPr>
            <a:normAutofit fontScale="70000" lnSpcReduction="20000"/>
          </a:bodyPr>
          <a:lstStyle/>
          <a:p>
            <a:pPr marL="0" indent="0">
              <a:buNone/>
            </a:pPr>
            <a:r>
              <a:rPr lang="en-US" dirty="0"/>
              <a:t>Conclusion</a:t>
            </a:r>
          </a:p>
          <a:p>
            <a:pPr marL="0" indent="0">
              <a:buNone/>
            </a:pPr>
            <a:endParaRPr lang="en-US" dirty="0"/>
          </a:p>
          <a:p>
            <a:pPr marL="0" indent="0">
              <a:buNone/>
            </a:pPr>
            <a:r>
              <a:rPr lang="en-US" dirty="0"/>
              <a:t>The Smart Student Analytics Dashboard successfully demonstrates the practical application of Data Structures and Algorithms (DSA) in managing and analyzing student academic performance. The system efficiently stores student data using arrays and applies searching and sorting algorithms to organize records, calculate averages, and generate rankings.</a:t>
            </a:r>
          </a:p>
          <a:p>
            <a:pPr marL="0" indent="0">
              <a:buNone/>
            </a:pPr>
            <a:endParaRPr lang="en-US" dirty="0"/>
          </a:p>
          <a:p>
            <a:pPr marL="0" indent="0">
              <a:buNone/>
            </a:pPr>
            <a:r>
              <a:rPr lang="en-US" dirty="0"/>
              <a:t>The dashboard provides useful analytics such as total number of students, average score, highest and lowest averages, and leaderboard rankings, which help in understanding student performance more clearly. Features like searching student records, viewing profiles, deleting entries, and exporting reports to PDF make the system more interactive and user-friendly.</a:t>
            </a:r>
          </a:p>
          <a:p>
            <a:pPr marL="0" indent="0">
              <a:buNone/>
            </a:pPr>
            <a:endParaRPr lang="en-US" dirty="0"/>
          </a:p>
          <a:p>
            <a:pPr marL="0" indent="0">
              <a:buNone/>
            </a:pPr>
            <a:r>
              <a:rPr lang="en-US" dirty="0"/>
              <a:t>Overall, this project shows how DSA concepts can be applied in real-world applications to improve data management, automate calculations, and provide meaningful insights for better academic analysis.</a:t>
            </a:r>
            <a:endParaRPr lang="en-US" dirty="0"/>
          </a:p>
        </p:txBody>
      </p:sp>
      <p:sp>
        <p:nvSpPr>
          <p:cNvPr id="5" name="Date Placeholder 4">
            <a:extLst>
              <a:ext uri="{FF2B5EF4-FFF2-40B4-BE49-F238E27FC236}">
                <a16:creationId xmlns:a16="http://schemas.microsoft.com/office/drawing/2014/main" xmlns=""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C9961B8-8709-0718-F6D3-9D07622F76AF}"/>
              </a:ext>
            </a:extLst>
          </p:cNvPr>
          <p:cNvSpPr>
            <a:spLocks noGrp="1"/>
          </p:cNvSpPr>
          <p:nvPr>
            <p:ph type="title"/>
          </p:nvPr>
        </p:nvSpPr>
        <p:spPr/>
        <p:txBody>
          <a:bodyPr/>
          <a:lstStyle/>
          <a:p>
            <a:r>
              <a:rPr lang="en-US" dirty="0"/>
              <a:t>Geo- Tag Photos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64248" y="1825625"/>
            <a:ext cx="3263503" cy="4351338"/>
          </a:xfrm>
        </p:spPr>
      </p:pic>
      <p:sp>
        <p:nvSpPr>
          <p:cNvPr id="4" name="Date Placeholder 3">
            <a:extLst>
              <a:ext uri="{FF2B5EF4-FFF2-40B4-BE49-F238E27FC236}">
                <a16:creationId xmlns:a16="http://schemas.microsoft.com/office/drawing/2014/main" xmlns=""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3700</TotalTime>
  <Words>1057</Words>
  <Application>Microsoft Office PowerPoint</Application>
  <PresentationFormat>Widescreen</PresentationFormat>
  <Paragraphs>146</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Calibri Light</vt:lpstr>
      <vt:lpstr>Google Sans</vt:lpstr>
      <vt:lpstr>Office Theme</vt:lpstr>
      <vt:lpstr>Custom Design</vt:lpstr>
      <vt:lpstr>INSTRUCTIONS</vt:lpstr>
      <vt:lpstr>Title: xxxxxxxxxxxxxxxxxxxxxxxxxxxxxxxxxxxxxxxxxxxxx</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Microsoft account</cp:lastModifiedBy>
  <cp:revision>53</cp:revision>
  <dcterms:created xsi:type="dcterms:W3CDTF">2022-05-20T10:20:31Z</dcterms:created>
  <dcterms:modified xsi:type="dcterms:W3CDTF">2026-03-12T08:08:25Z</dcterms:modified>
</cp:coreProperties>
</file>